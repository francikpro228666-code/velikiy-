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1"/>
  </p:notesMasterIdLst>
  <p:sldIdLst>
    <p:sldId id="256" r:id="rId2"/>
    <p:sldId id="274" r:id="rId3"/>
    <p:sldId id="280" r:id="rId4"/>
    <p:sldId id="279" r:id="rId5"/>
    <p:sldId id="275" r:id="rId6"/>
    <p:sldId id="276" r:id="rId7"/>
    <p:sldId id="277" r:id="rId8"/>
    <p:sldId id="278" r:id="rId9"/>
    <p:sldId id="27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CE7"/>
    <a:srgbClr val="F07F0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3845" autoAdjust="0"/>
    <p:restoredTop sz="94660"/>
  </p:normalViewPr>
  <p:slideViewPr>
    <p:cSldViewPr>
      <p:cViewPr>
        <p:scale>
          <a:sx n="75" d="100"/>
          <a:sy n="75" d="100"/>
        </p:scale>
        <p:origin x="-1522" y="-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43462-D56E-4CD0-BE75-F4CBC9A9477C}" type="datetimeFigureOut">
              <a:rPr lang="ru-RU" smtClean="0"/>
              <a:pPr/>
              <a:t>17.05.2026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A7808-6A90-4BDF-8E6C-666C22010E3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9DDAF3D-7281-40BA-A9D0-4E709382390F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F856F2-A3DD-4D56-ABF4-8909FE68B47C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C5E7A95-101D-40DA-8778-CC712FA4F8B0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497F80-0E5F-426E-9DB2-CE2714CA24B0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1DE0CAB-EC93-44A2-B664-9542BDAEDA40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B4CBC7-DB9A-44ED-9C51-35EFFB161C54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143EB1-511F-40B7-9556-B780E8FB6732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3ADC9087-268B-4A27-BD96-4EE0D80DFB6C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50D2341-95A5-4FB5-BCF6-03154EBE99B0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9E65BF-5926-4A76-BF52-6D417D54019B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0041517-05F7-4A96-A9B0-D185F83311BC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B993103-8533-4005-A63A-9FB3407671F2}" type="datetime1">
              <a:rPr lang="ru-RU" smtClean="0"/>
              <a:pPr/>
              <a:t>17.05.2026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Финансовый дневник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5800" y="3611606"/>
            <a:ext cx="7772400" cy="1817657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Группа: Пиб-241</a:t>
            </a:r>
          </a:p>
          <a:p>
            <a:r>
              <a:rPr lang="ru-RU" dirty="0" smtClean="0"/>
              <a:t>Состав команды: Штарк Р.О., Дудина Я.А., Гладких В.Е.</a:t>
            </a:r>
          </a:p>
          <a:p>
            <a:r>
              <a:rPr lang="ru-RU" dirty="0" smtClean="0"/>
              <a:t>Ссылка на </a:t>
            </a:r>
            <a:r>
              <a:rPr lang="ru-RU" dirty="0" err="1" smtClean="0"/>
              <a:t>репозиторий</a:t>
            </a:r>
            <a:r>
              <a:rPr lang="ru-RU" dirty="0" smtClean="0"/>
              <a:t>: </a:t>
            </a:r>
            <a:r>
              <a:rPr lang="en-US" dirty="0" smtClean="0"/>
              <a:t>https://github.com/francikpro228666-code/---</a:t>
            </a: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 err="1" smtClean="0"/>
              <a:t>Скриншоты</a:t>
            </a:r>
            <a:r>
              <a:rPr lang="ru-RU" b="0" dirty="0" smtClean="0"/>
              <a:t> </a:t>
            </a:r>
            <a:r>
              <a:rPr lang="ru-RU" b="0" dirty="0" err="1" smtClean="0"/>
              <a:t>релизного</a:t>
            </a:r>
            <a:r>
              <a:rPr lang="ru-RU" b="0" dirty="0" smtClean="0"/>
              <a:t> </a:t>
            </a:r>
            <a:r>
              <a:rPr lang="ru-RU" b="0" dirty="0" err="1" smtClean="0"/>
              <a:t>репозитория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Состав </a:t>
            </a:r>
            <a:r>
              <a:rPr lang="en-US" dirty="0" smtClean="0"/>
              <a:t>README.md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93514"/>
            <a:ext cx="8229600" cy="430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ru-RU" dirty="0" smtClean="0"/>
          </a:p>
          <a:p>
            <a:r>
              <a:rPr lang="en-US" dirty="0" smtClean="0"/>
              <a:t>README</a:t>
            </a:r>
            <a:r>
              <a:rPr lang="en-US" dirty="0" smtClean="0"/>
              <a:t>: </a:t>
            </a:r>
            <a:r>
              <a:rPr lang="ru-RU" dirty="0" smtClean="0"/>
              <a:t>описание проекта, технологический стек, команда, инструкция по установке</a:t>
            </a:r>
          </a:p>
          <a:p>
            <a:r>
              <a:rPr lang="en-US" dirty="0" err="1" smtClean="0"/>
              <a:t>Dockerfile</a:t>
            </a:r>
            <a:r>
              <a:rPr lang="en-US" dirty="0" smtClean="0"/>
              <a:t>: </a:t>
            </a:r>
            <a:r>
              <a:rPr lang="ru-RU" dirty="0" smtClean="0"/>
              <a:t>образ на </a:t>
            </a:r>
            <a:r>
              <a:rPr lang="en-US" dirty="0" smtClean="0"/>
              <a:t>PHP 8.3 Apache, </a:t>
            </a:r>
            <a:r>
              <a:rPr lang="ru-RU" dirty="0" smtClean="0"/>
              <a:t>установка расширений, </a:t>
            </a:r>
            <a:r>
              <a:rPr lang="en-US" dirty="0" smtClean="0"/>
              <a:t>Composer, </a:t>
            </a:r>
            <a:r>
              <a:rPr lang="ru-RU" dirty="0" smtClean="0"/>
              <a:t>настройка </a:t>
            </a:r>
            <a:r>
              <a:rPr lang="en-US" dirty="0" err="1" smtClean="0"/>
              <a:t>DocumentRoot</a:t>
            </a:r>
            <a:r>
              <a:rPr lang="en-US" dirty="0" smtClean="0"/>
              <a:t> </a:t>
            </a:r>
            <a:r>
              <a:rPr lang="ru-RU" dirty="0" smtClean="0"/>
              <a:t>на </a:t>
            </a:r>
            <a:r>
              <a:rPr lang="en-US" dirty="0" smtClean="0"/>
              <a:t>public</a:t>
            </a:r>
          </a:p>
          <a:p>
            <a:r>
              <a:rPr lang="en-US" dirty="0" smtClean="0"/>
              <a:t>docker-compose.yml: </a:t>
            </a:r>
            <a:r>
              <a:rPr lang="ru-RU" dirty="0" smtClean="0"/>
              <a:t>три сервиса (</a:t>
            </a:r>
            <a:r>
              <a:rPr lang="en-US" dirty="0" smtClean="0"/>
              <a:t>web, db, </a:t>
            </a:r>
            <a:r>
              <a:rPr lang="en-US" dirty="0" err="1" smtClean="0"/>
              <a:t>phpmyadmin</a:t>
            </a:r>
            <a:r>
              <a:rPr lang="en-US" dirty="0" smtClean="0"/>
              <a:t>), </a:t>
            </a:r>
            <a:r>
              <a:rPr lang="ru-RU" dirty="0" smtClean="0"/>
              <a:t>тома, порты, переменные </a:t>
            </a:r>
            <a:r>
              <a:rPr lang="ru-RU" dirty="0" smtClean="0"/>
              <a:t>окружения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README.md</a:t>
            </a:r>
            <a:r>
              <a:rPr lang="ru-RU" dirty="0" smtClean="0"/>
              <a:t> и конфигурационные файлы </a:t>
            </a:r>
            <a:r>
              <a:rPr lang="ru-RU" dirty="0" err="1" smtClean="0"/>
              <a:t>Docker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 smtClean="0"/>
              <a:t>user_gu</a:t>
            </a:r>
            <a:r>
              <a:rPr lang="ru-RU" dirty="0" smtClean="0"/>
              <a:t> </a:t>
            </a:r>
            <a:r>
              <a:rPr lang="ru-RU" dirty="0" err="1" smtClean="0"/>
              <a:t>e.md</a:t>
            </a:r>
            <a:r>
              <a:rPr lang="ru-RU" dirty="0" smtClean="0"/>
              <a:t> </a:t>
            </a:r>
            <a:r>
              <a:rPr lang="ru-RU" dirty="0" smtClean="0"/>
              <a:t>– руководство пользователя</a:t>
            </a:r>
          </a:p>
          <a:p>
            <a:r>
              <a:rPr lang="ru-RU" dirty="0" err="1" smtClean="0"/>
              <a:t>dev_gu</a:t>
            </a:r>
            <a:r>
              <a:rPr lang="ru-RU" dirty="0" smtClean="0"/>
              <a:t> </a:t>
            </a:r>
            <a:r>
              <a:rPr lang="ru-RU" dirty="0" err="1" smtClean="0"/>
              <a:t>e.md</a:t>
            </a:r>
            <a:r>
              <a:rPr lang="ru-RU" dirty="0" smtClean="0"/>
              <a:t> </a:t>
            </a:r>
            <a:r>
              <a:rPr lang="ru-RU" dirty="0" smtClean="0"/>
              <a:t>– руководство разработчика</a:t>
            </a:r>
          </a:p>
          <a:p>
            <a:r>
              <a:rPr lang="ru-RU" dirty="0" err="1" smtClean="0"/>
              <a:t>deploy.md</a:t>
            </a:r>
            <a:r>
              <a:rPr lang="ru-RU" dirty="0" smtClean="0"/>
              <a:t> – инструкция по развёртыванию</a:t>
            </a:r>
          </a:p>
          <a:p>
            <a:r>
              <a:rPr lang="ru-RU" dirty="0" err="1" smtClean="0"/>
              <a:t>deviations.md</a:t>
            </a:r>
            <a:r>
              <a:rPr lang="ru-RU" dirty="0" smtClean="0"/>
              <a:t> – анализ расхождений</a:t>
            </a:r>
          </a:p>
          <a:p>
            <a:r>
              <a:rPr lang="ru-RU" dirty="0" smtClean="0"/>
              <a:t>Описание проекта.</a:t>
            </a:r>
            <a:r>
              <a:rPr lang="en-US" dirty="0" err="1" smtClean="0"/>
              <a:t>docx</a:t>
            </a:r>
            <a:r>
              <a:rPr lang="ru-RU" dirty="0" smtClean="0"/>
              <a:t> – описание самого проекта, его цели, задачи, функциональность</a:t>
            </a:r>
          </a:p>
          <a:p>
            <a:r>
              <a:rPr lang="ru-RU" dirty="0" smtClean="0"/>
              <a:t>Описание структуры БД.</a:t>
            </a:r>
            <a:r>
              <a:rPr lang="en-US" dirty="0" err="1" smtClean="0"/>
              <a:t>docx</a:t>
            </a:r>
            <a:r>
              <a:rPr lang="ru-RU" dirty="0" smtClean="0"/>
              <a:t> – описание структуры базы данных, ее сущностей, связей и таблиц</a:t>
            </a:r>
          </a:p>
          <a:p>
            <a:r>
              <a:rPr lang="ru-RU" dirty="0" smtClean="0"/>
              <a:t>Описание структуры сайта.</a:t>
            </a:r>
            <a:r>
              <a:rPr lang="en-US" dirty="0" err="1" smtClean="0"/>
              <a:t>docx</a:t>
            </a:r>
            <a:r>
              <a:rPr lang="ru-RU" dirty="0" smtClean="0"/>
              <a:t> – описание структуры, карты, навигации по сайту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 smtClean="0"/>
              <a:t>Описание </a:t>
            </a:r>
            <a:r>
              <a:rPr lang="ru-RU" b="0" dirty="0" smtClean="0"/>
              <a:t>состава каждого документа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D01 – иерархия категорий: реализовано </a:t>
            </a:r>
            <a:r>
              <a:rPr lang="ru-RU" dirty="0" smtClean="0">
                <a:cs typeface="Times New Roman" pitchFamily="18" charset="0"/>
              </a:rPr>
              <a:t>полностью</a:t>
            </a:r>
            <a:r>
              <a:rPr lang="ru-RU" dirty="0" smtClean="0">
                <a:cs typeface="Times New Roman" pitchFamily="18" charset="0"/>
              </a:rPr>
              <a:t/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D02 – поле </a:t>
            </a:r>
            <a:r>
              <a:rPr lang="ru-RU" dirty="0" err="1" smtClean="0">
                <a:cs typeface="Times New Roman" pitchFamily="18" charset="0"/>
              </a:rPr>
              <a:t>is_active</a:t>
            </a:r>
            <a:r>
              <a:rPr lang="ru-RU" dirty="0" smtClean="0">
                <a:cs typeface="Times New Roman" pitchFamily="18" charset="0"/>
              </a:rPr>
              <a:t> в бюджетных лимитах: добавлено, улучшило гибкость</a:t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D03 – административная панель: не создана, план доработать</a:t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D04 – выгрузка PDF вместо </a:t>
            </a:r>
            <a:r>
              <a:rPr lang="ru-RU" dirty="0" err="1" smtClean="0">
                <a:cs typeface="Times New Roman" pitchFamily="18" charset="0"/>
              </a:rPr>
              <a:t>Excel</a:t>
            </a:r>
            <a:r>
              <a:rPr lang="ru-RU" dirty="0" smtClean="0">
                <a:cs typeface="Times New Roman" pitchFamily="18" charset="0"/>
              </a:rPr>
              <a:t>/</a:t>
            </a:r>
            <a:r>
              <a:rPr lang="ru-RU" dirty="0" err="1" smtClean="0">
                <a:cs typeface="Times New Roman" pitchFamily="18" charset="0"/>
              </a:rPr>
              <a:t>Word</a:t>
            </a:r>
            <a:r>
              <a:rPr lang="ru-RU" dirty="0" smtClean="0">
                <a:cs typeface="Times New Roman" pitchFamily="18" charset="0"/>
              </a:rPr>
              <a:t>: заменено, улучшило</a:t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D05 – серверная </a:t>
            </a:r>
            <a:r>
              <a:rPr lang="ru-RU" dirty="0" err="1" smtClean="0">
                <a:cs typeface="Times New Roman" pitchFamily="18" charset="0"/>
              </a:rPr>
              <a:t>валидация</a:t>
            </a:r>
            <a:r>
              <a:rPr lang="ru-RU" dirty="0" smtClean="0">
                <a:cs typeface="Times New Roman" pitchFamily="18" charset="0"/>
              </a:rPr>
              <a:t>: добавлена, улучшило надёжность</a:t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D07 – фильтрация по категориям: добавлена, улучшило удобство</a:t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D08 – управление бюджетом: реализовано полностью</a:t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D09 – управление целями: реализовано полностью</a:t>
            </a:r>
            <a:br>
              <a:rPr lang="ru-RU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r>
              <a:rPr lang="ru-RU" dirty="0" smtClean="0"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</a:rPr>
              <a:t>D10 – архитектура MVC: реализована, улучшило </a:t>
            </a:r>
            <a:r>
              <a:rPr lang="ru-RU" dirty="0" err="1" smtClean="0">
                <a:cs typeface="Times New Roman" pitchFamily="18" charset="0"/>
              </a:rPr>
              <a:t>поддерживаемость</a:t>
            </a:r>
            <a:r>
              <a:rPr lang="ru-RU" dirty="0" smtClean="0">
                <a:cs typeface="Times New Roman" pitchFamily="18" charset="0"/>
              </a:rPr>
              <a:t/>
            </a:r>
            <a:br>
              <a:rPr lang="ru-RU" dirty="0" smtClean="0">
                <a:cs typeface="Times New Roman" pitchFamily="18" charset="0"/>
              </a:rPr>
            </a:br>
            <a:endParaRPr lang="ru-RU" dirty="0">
              <a:cs typeface="Times New Roman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 smtClean="0"/>
              <a:t>Описание </a:t>
            </a:r>
            <a:r>
              <a:rPr lang="ru-RU" b="0" dirty="0" smtClean="0"/>
              <a:t>всех расхождений из документа </a:t>
            </a:r>
            <a:r>
              <a:rPr lang="ru-RU" b="0" dirty="0" smtClean="0"/>
              <a:t>"</a:t>
            </a:r>
            <a:r>
              <a:rPr lang="en-US" b="0" dirty="0" smtClean="0"/>
              <a:t>deviations.md</a:t>
            </a:r>
            <a:r>
              <a:rPr lang="ru-RU" b="0" dirty="0" smtClean="0"/>
              <a:t>"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/>
              <a:t>Что сделано:</a:t>
            </a:r>
          </a:p>
          <a:p>
            <a:r>
              <a:rPr lang="ru-RU" dirty="0" smtClean="0"/>
              <a:t>Полный функционал учёта финансов (транзакции, категории, бюджет, цели)</a:t>
            </a:r>
          </a:p>
          <a:p>
            <a:r>
              <a:rPr lang="ru-RU" dirty="0" smtClean="0"/>
              <a:t>Отчёты с выгрузкой в </a:t>
            </a:r>
            <a:r>
              <a:rPr lang="ru-RU" dirty="0" err="1" smtClean="0"/>
              <a:t>Excel</a:t>
            </a:r>
            <a:r>
              <a:rPr lang="ru-RU" dirty="0" smtClean="0"/>
              <a:t> и </a:t>
            </a:r>
            <a:r>
              <a:rPr lang="ru-RU" dirty="0" err="1" smtClean="0"/>
              <a:t>Word</a:t>
            </a:r>
            <a:endParaRPr lang="ru-RU" dirty="0" smtClean="0"/>
          </a:p>
          <a:p>
            <a:r>
              <a:rPr lang="ru-RU" dirty="0" smtClean="0"/>
              <a:t>Комплексная безопасность (SQL-инъекции, XSS, CSRF, хеширование)</a:t>
            </a:r>
          </a:p>
          <a:p>
            <a:r>
              <a:rPr lang="ru-RU" dirty="0" smtClean="0"/>
              <a:t>Контейнеризация через </a:t>
            </a:r>
            <a:r>
              <a:rPr lang="ru-RU" dirty="0" err="1" smtClean="0"/>
              <a:t>Docker</a:t>
            </a:r>
            <a:r>
              <a:rPr lang="ru-RU" dirty="0" smtClean="0"/>
              <a:t> </a:t>
            </a:r>
            <a:r>
              <a:rPr lang="ru-RU" dirty="0" err="1" smtClean="0"/>
              <a:t>Compose</a:t>
            </a:r>
            <a:endParaRPr lang="ru-RU" dirty="0" smtClean="0"/>
          </a:p>
          <a:p>
            <a:r>
              <a:rPr lang="ru-RU" dirty="0" smtClean="0"/>
              <a:t>Полная </a:t>
            </a:r>
            <a:r>
              <a:rPr lang="ru-RU" dirty="0" smtClean="0"/>
              <a:t>документация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Как сделано:</a:t>
            </a:r>
          </a:p>
          <a:p>
            <a:r>
              <a:rPr lang="ru-RU" dirty="0" smtClean="0"/>
              <a:t>Архитектура MVC на </a:t>
            </a:r>
            <a:r>
              <a:rPr lang="ru-RU" dirty="0" smtClean="0"/>
              <a:t>PHP</a:t>
            </a:r>
            <a:endParaRPr lang="ru-RU" dirty="0" smtClean="0"/>
          </a:p>
          <a:p>
            <a:r>
              <a:rPr lang="ru-RU" dirty="0" smtClean="0"/>
              <a:t>Единая точка входа (</a:t>
            </a:r>
            <a:r>
              <a:rPr lang="ru-RU" dirty="0" err="1" smtClean="0"/>
              <a:t>Front</a:t>
            </a:r>
            <a:r>
              <a:rPr lang="ru-RU" dirty="0" smtClean="0"/>
              <a:t> </a:t>
            </a:r>
            <a:r>
              <a:rPr lang="ru-RU" dirty="0" err="1" smtClean="0"/>
              <a:t>Controller</a:t>
            </a:r>
            <a:r>
              <a:rPr lang="ru-RU" dirty="0" smtClean="0"/>
              <a:t>)</a:t>
            </a:r>
          </a:p>
          <a:p>
            <a:r>
              <a:rPr lang="ru-RU" dirty="0" smtClean="0"/>
              <a:t>Подготовленные выражения PDO</a:t>
            </a:r>
          </a:p>
          <a:p>
            <a:r>
              <a:rPr lang="ru-RU" dirty="0" err="1" smtClean="0"/>
              <a:t>Bootstrap</a:t>
            </a:r>
            <a:r>
              <a:rPr lang="ru-RU" dirty="0" smtClean="0"/>
              <a:t> 5 для интерфейса</a:t>
            </a:r>
          </a:p>
          <a:p>
            <a:r>
              <a:rPr lang="ru-RU" dirty="0" err="1" smtClean="0"/>
              <a:t>PhpSpreadsheet</a:t>
            </a:r>
            <a:r>
              <a:rPr lang="ru-RU" dirty="0" smtClean="0"/>
              <a:t> и </a:t>
            </a:r>
            <a:r>
              <a:rPr lang="ru-RU" dirty="0" err="1" smtClean="0"/>
              <a:t>PhpWord</a:t>
            </a:r>
            <a:r>
              <a:rPr lang="ru-RU" dirty="0" smtClean="0"/>
              <a:t> для выгрузки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 работы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/>
              <a:t>Почему выбраны эти решения:</a:t>
            </a:r>
          </a:p>
          <a:p>
            <a:r>
              <a:rPr lang="ru-RU" dirty="0" smtClean="0"/>
              <a:t>PHP + </a:t>
            </a:r>
            <a:r>
              <a:rPr lang="ru-RU" dirty="0" err="1" smtClean="0"/>
              <a:t>MySQL</a:t>
            </a:r>
            <a:r>
              <a:rPr lang="ru-RU" dirty="0" smtClean="0"/>
              <a:t> – стандартный стек, хорошо документирован</a:t>
            </a:r>
          </a:p>
          <a:p>
            <a:r>
              <a:rPr lang="ru-RU" dirty="0" smtClean="0"/>
              <a:t>MVC – разделение логики, удобство поддержки</a:t>
            </a:r>
          </a:p>
          <a:p>
            <a:r>
              <a:rPr lang="ru-RU" dirty="0" smtClean="0"/>
              <a:t>PDO – защита от SQL-инъекций</a:t>
            </a:r>
          </a:p>
          <a:p>
            <a:r>
              <a:rPr lang="ru-RU" dirty="0" err="1" smtClean="0"/>
              <a:t>Docker</a:t>
            </a:r>
            <a:r>
              <a:rPr lang="ru-RU" dirty="0" smtClean="0"/>
              <a:t> – изоляция окружения, лёгкий </a:t>
            </a:r>
            <a:r>
              <a:rPr lang="ru-RU" dirty="0" err="1" smtClean="0"/>
              <a:t>деплой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Проблемы и решения:</a:t>
            </a:r>
          </a:p>
          <a:p>
            <a:r>
              <a:rPr lang="ru-RU" dirty="0" smtClean="0"/>
              <a:t>Несовместимость библиотек с PHP </a:t>
            </a:r>
            <a:r>
              <a:rPr lang="ru-RU" dirty="0" smtClean="0"/>
              <a:t>8.2, переход </a:t>
            </a:r>
            <a:r>
              <a:rPr lang="ru-RU" dirty="0" smtClean="0"/>
              <a:t>на PHP 8.3</a:t>
            </a:r>
          </a:p>
          <a:p>
            <a:r>
              <a:rPr lang="ru-RU" dirty="0" smtClean="0"/>
              <a:t>Отсутствие </a:t>
            </a:r>
            <a:r>
              <a:rPr lang="ru-RU" dirty="0" smtClean="0"/>
              <a:t>кнопок </a:t>
            </a:r>
            <a:r>
              <a:rPr lang="ru-RU" dirty="0" smtClean="0"/>
              <a:t>редактирования, созданы </a:t>
            </a:r>
            <a:r>
              <a:rPr lang="ru-RU" dirty="0" smtClean="0"/>
              <a:t>недостающие представления</a:t>
            </a:r>
          </a:p>
          <a:p>
            <a:r>
              <a:rPr lang="ru-RU" dirty="0" smtClean="0"/>
              <a:t>БД не </a:t>
            </a:r>
            <a:r>
              <a:rPr lang="ru-RU" dirty="0" smtClean="0"/>
              <a:t>инициализировалась, добавлен </a:t>
            </a:r>
            <a:r>
              <a:rPr lang="ru-RU" dirty="0" err="1" smtClean="0"/>
              <a:t>init.sql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По итогу всей работы мы получили опыт работы с MVC</a:t>
            </a:r>
            <a:r>
              <a:rPr lang="en-US" dirty="0" smtClean="0"/>
              <a:t>, PHP, SQL,</a:t>
            </a:r>
            <a:r>
              <a:rPr lang="ru-RU" dirty="0" smtClean="0"/>
              <a:t> </a:t>
            </a:r>
            <a:r>
              <a:rPr lang="ru-RU" dirty="0" err="1" smtClean="0"/>
              <a:t>Docker</a:t>
            </a:r>
            <a:r>
              <a:rPr lang="ru-RU" dirty="0" smtClean="0"/>
              <a:t>, поняли как можно защитить сайт от </a:t>
            </a:r>
            <a:r>
              <a:rPr lang="en-US" dirty="0" smtClean="0"/>
              <a:t>SQL </a:t>
            </a:r>
            <a:r>
              <a:rPr lang="ru-RU" dirty="0" smtClean="0"/>
              <a:t>инъекций, от просмотра папок, разобрались в хешировании паролей и генерации документов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 работы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/>
          <a:lstStyle/>
          <a:p>
            <a:r>
              <a:rPr lang="ru-RU" dirty="0" smtClean="0"/>
              <a:t>Финансовый дневник</a:t>
            </a:r>
            <a:endParaRPr lang="ru-RU" dirty="0"/>
          </a:p>
        </p:txBody>
      </p:sp>
      <p:sp>
        <p:nvSpPr>
          <p:cNvPr id="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5800" y="3611606"/>
            <a:ext cx="7772400" cy="1817657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Группа: Пиб-241</a:t>
            </a:r>
          </a:p>
          <a:p>
            <a:r>
              <a:rPr lang="ru-RU" dirty="0" smtClean="0"/>
              <a:t>Состав команды: Штарк Р.О., Дудина Я.А., Гладких В.Е.</a:t>
            </a:r>
          </a:p>
          <a:p>
            <a:r>
              <a:rPr lang="ru-RU" dirty="0" smtClean="0"/>
              <a:t>Ссылка на </a:t>
            </a:r>
            <a:r>
              <a:rPr lang="ru-RU" dirty="0" err="1" smtClean="0"/>
              <a:t>репозиторий</a:t>
            </a:r>
            <a:r>
              <a:rPr lang="ru-RU" dirty="0" smtClean="0"/>
              <a:t>: </a:t>
            </a:r>
            <a:r>
              <a:rPr lang="en-US" dirty="0" smtClean="0"/>
              <a:t>https://github.com/francikpro228666-code/---</a:t>
            </a: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198</TotalTime>
  <Words>363</Words>
  <PresentationFormat>Экран (4:3)</PresentationFormat>
  <Paragraphs>64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Открытая</vt:lpstr>
      <vt:lpstr>Финансовый дневник</vt:lpstr>
      <vt:lpstr>Скриншоты релизного репозитория</vt:lpstr>
      <vt:lpstr>Состав README.md</vt:lpstr>
      <vt:lpstr>README.md и конфигурационные файлы Docker</vt:lpstr>
      <vt:lpstr>Описание состава каждого документа</vt:lpstr>
      <vt:lpstr>Описание всех расхождений из документа "deviations.md"</vt:lpstr>
      <vt:lpstr>Итоги работы</vt:lpstr>
      <vt:lpstr>Итоги работы</vt:lpstr>
      <vt:lpstr>Финансовый дневник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Финансовый дневник</dc:title>
  <dc:creator>Рома Штарк</dc:creator>
  <cp:lastModifiedBy>USER</cp:lastModifiedBy>
  <cp:revision>28</cp:revision>
  <dcterms:created xsi:type="dcterms:W3CDTF">2026-03-05T07:05:37Z</dcterms:created>
  <dcterms:modified xsi:type="dcterms:W3CDTF">2026-05-17T11:28:30Z</dcterms:modified>
</cp:coreProperties>
</file>